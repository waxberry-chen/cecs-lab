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304" r:id="rId5"/>
  </p:sldIdLst>
  <p:sldSz cx="12192000" cy="6858000"/>
  <p:notesSz cx="7103745" cy="10234295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141" autoAdjust="0"/>
  </p:normalViewPr>
  <p:slideViewPr>
    <p:cSldViewPr snapToGrid="0">
      <p:cViewPr varScale="1">
        <p:scale>
          <a:sx n="139" d="100"/>
          <a:sy n="139" d="100"/>
        </p:scale>
        <p:origin x="126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s 40"/>
          <p:cNvSpPr/>
          <p:nvPr/>
        </p:nvSpPr>
        <p:spPr>
          <a:xfrm>
            <a:off x="120015" y="116840"/>
            <a:ext cx="11952000" cy="66240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3063875" y="2414270"/>
            <a:ext cx="64582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altLang="zh-CN" sz="6000" b="1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798570" y="3530600"/>
            <a:ext cx="4594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sz="2000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yyyy/mm/dd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s 40"/>
          <p:cNvSpPr/>
          <p:nvPr/>
        </p:nvSpPr>
        <p:spPr>
          <a:xfrm>
            <a:off x="120015" y="116840"/>
            <a:ext cx="11952000" cy="66240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120015" y="116840"/>
            <a:ext cx="7407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32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&lt;num&gt;. TODO</a:t>
            </a:r>
            <a:endParaRPr lang="en-US" altLang="zh-CN" sz="32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120015" y="700405"/>
            <a:ext cx="11952000" cy="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200660" y="700405"/>
            <a:ext cx="11871960" cy="1417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accent6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br>
              <a:rPr lang="en-US" altLang="zh-CN" sz="2400" b="1" dirty="0">
                <a:solidFill>
                  <a:schemeClr val="accent6"/>
                </a:solidFill>
                <a:latin typeface="Times New Roman" panose="02020603050405020304" charset="0"/>
                <a:ea typeface="宋体-简" panose="02010800040101010101" charset="-122"/>
              </a:rPr>
            </a:br>
            <a:r>
              <a:rPr lang="en-US" dirty="0"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TNhZTNjZWI2NTU4MGQwMmQ2MDk0YTViYzY3ZjJmYz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solidFill>
              <a:schemeClr val="tx1"/>
            </a:solidFill>
            <a:uFillTx/>
            <a:latin typeface="Times New Roman" panose="02020603050405020304" charset="0"/>
            <a:ea typeface="宋体-简" panose="0201080004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宽屏</PresentationFormat>
  <Paragraphs>9</Paragraphs>
  <Slides>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宋体-简</vt:lpstr>
      <vt:lpstr>Droid Sans Fallback</vt:lpstr>
      <vt:lpstr>Calibri</vt:lpstr>
      <vt:lpstr>Trebuchet MS</vt:lpstr>
      <vt:lpstr>Microsoft YaHei</vt:lpstr>
      <vt:lpstr>Arial Unicode MS</vt:lpstr>
      <vt:lpstr>SimSun</vt:lpstr>
      <vt:lpstr>OpenSymbol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cym</cp:lastModifiedBy>
  <cp:revision>418</cp:revision>
  <dcterms:created xsi:type="dcterms:W3CDTF">2025-11-29T14:50:52Z</dcterms:created>
  <dcterms:modified xsi:type="dcterms:W3CDTF">2025-11-29T14:50:52Z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>F724FD614992DF8B363A2569BEEC9CC8_43</vt:lpwstr>
  </property>
</Properties>
</file>